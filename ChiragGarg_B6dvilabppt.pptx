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284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A26AF-6328-9E56-0CA2-402CD3C62D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1D9DDA-6100-CB79-5D4C-CDF3ED81CF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638C5D-F074-C941-D8BC-CD833DDE3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FCCD6-7709-4434-ACB6-19F60DB5A752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7CCFE-DA42-F91D-E35F-7D35B95FE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AC079A-50AC-5875-8B62-FCA7701EB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20F62-1B5E-4D42-B7C1-7EE889F434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5177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05DB1-6D80-CB02-07BF-03093DC07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F529B-B4F3-9B73-3CF7-231270AC92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7177FF-9555-F772-F4CA-162C05E98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FCCD6-7709-4434-ACB6-19F60DB5A752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F27408-42B1-5F18-BDB5-F9000C4F1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7C4F55-656F-6413-6342-2E7467DC7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20F62-1B5E-4D42-B7C1-7EE889F434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9955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56795-CC57-AEA5-66ED-3F53675BA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F3A774-0D97-22B0-B487-EA8C0D5005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F7ABA8-72FA-187A-D951-F0EF11BB2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FCCD6-7709-4434-ACB6-19F60DB5A752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93964-A0A2-7F97-2F4B-31D049F2F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02E129-612D-9757-AA79-700E7720F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20F62-1B5E-4D42-B7C1-7EE889F434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0582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BAEBD-61FB-BD1E-37CC-E00AB38A3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F2BB9-E6C7-59D7-56A1-0FF6E1442E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BFC23C-C010-7DE7-3B87-F43A4F30F1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E4BC70-F560-D851-97B3-2A573034E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FCCD6-7709-4434-ACB6-19F60DB5A752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5CB3B5-351C-29DB-098E-277B84DBD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85D201-3A84-C443-5821-6F711A907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20F62-1B5E-4D42-B7C1-7EE889F434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3473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32286-D601-661D-D355-8AA553533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721C07-2620-7E63-DCD9-90E9AFC3BB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6EC4CB-2084-4EE7-3CD1-196F8A3C18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2B841D-2CB9-9EE9-6276-0882AD3FA7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279F61-F0EA-1AF9-B777-43525842F4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99AB4D-5C26-CC2B-C910-4A8430F41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FCCD6-7709-4434-ACB6-19F60DB5A752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B020E4-F1CF-A90E-D0AF-A237D8224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A1A506-899B-D400-A3C4-67886966D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20F62-1B5E-4D42-B7C1-7EE889F434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3438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CC2C1-8518-431E-8500-1A4B36BEE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922BE3-CAA3-AADC-4D88-973937388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FCCD6-7709-4434-ACB6-19F60DB5A752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1DE6A7-16B7-41E5-E397-8D0470D47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6CC816-D069-06A2-8882-132F10D4C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20F62-1B5E-4D42-B7C1-7EE889F434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459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052219-73F8-03EF-BA28-E2F08534B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FCCD6-7709-4434-ACB6-19F60DB5A752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24E4E6-DA2E-ED15-213E-3D1A95A35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1D816D-5002-62DD-023D-284BBAACF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20F62-1B5E-4D42-B7C1-7EE889F434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2700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3CFC2-830E-C291-CA19-EF05E06BD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D5FB0-58DF-BBC2-C0EA-67F3F1823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D584BD-89FB-A92D-0BF6-75657BB9FC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5DF631-169F-8F46-35E7-EEF6E58BC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FCCD6-7709-4434-ACB6-19F60DB5A752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FAFB94-EA67-5829-B02E-615BCE56D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994B02-2D83-11DB-DF39-F9E364F68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20F62-1B5E-4D42-B7C1-7EE889F434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377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84372-DAFB-53B8-20CC-3B5CFA0D0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FA5597-92E5-37DB-9A36-3FBA9A542A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9D4EB7-EC6F-D351-A0E7-8767A2D3D5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A2C3DC-A793-33DC-8516-29A44D0FB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FCCD6-7709-4434-ACB6-19F60DB5A752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ED3F25-FECC-10E8-7B0E-A539A638E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E7FF86-C4ED-7EEE-876B-72BD5D2AC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20F62-1B5E-4D42-B7C1-7EE889F434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7766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5B94B-CC2B-593E-AC76-75714C792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7FB154-BFE1-3977-805A-AFE87F92B5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0CBDC9-987F-66C9-F090-C2A9C02B4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FCCD6-7709-4434-ACB6-19F60DB5A752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45BD7F-67F1-EC5E-17AA-DA36921E9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978B4E-47C1-4943-C800-7F46216A2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20F62-1B5E-4D42-B7C1-7EE889F434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9544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A97D1A-E79A-1621-F1E6-6D91952459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A54E7C-E9C0-B2EF-C683-840AA50C8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B0EC2-F9EF-EF8C-3F32-6973A0772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FCCD6-7709-4434-ACB6-19F60DB5A752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EB3366-F32D-1DA0-6137-C54CCCC54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C3C463-F4B2-F7C1-C8CB-B83AB2699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20F62-1B5E-4D42-B7C1-7EE889F434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4759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75771F-FA3D-3E52-C064-43A6CC935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BA94FB-9188-F07A-29BD-34F4D0C5CC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2C7AAA-5DA7-FE9C-D619-74EEBEBB46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AFCCD6-7709-4434-ACB6-19F60DB5A752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D9235-120B-EB88-6C27-86B061D8C4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FA3CD5-ACB2-0117-A1AC-255010EF0B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820F62-1B5E-4D42-B7C1-7EE889F434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3387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3E89C-D94E-4C2C-F376-3451E30C11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60571" y="391887"/>
            <a:ext cx="6119947" cy="2864076"/>
          </a:xfrm>
        </p:spPr>
        <p:txBody>
          <a:bodyPr>
            <a:normAutofit fontScale="90000"/>
          </a:bodyPr>
          <a:lstStyle/>
          <a:p>
            <a:r>
              <a:rPr lang="en-US" sz="49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Online Retail Data Analysis &amp; Customer Segmentation</a:t>
            </a:r>
            <a:br>
              <a:rPr lang="en-US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E98D0E-7D5B-C002-10A8-BFD4F4593A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53000" y="3602038"/>
            <a:ext cx="7119257" cy="296204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Report: Data </a:t>
            </a:r>
            <a:r>
              <a:rPr lang="en-US" b="1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Visualisation</a:t>
            </a:r>
            <a:r>
              <a:rPr lang="en-US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and Interpretation Lab</a:t>
            </a:r>
            <a:endParaRPr lang="en-US" dirty="0"/>
          </a:p>
          <a:p>
            <a:r>
              <a:rPr lang="en-US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Session:</a:t>
            </a:r>
            <a:r>
              <a:rPr lang="en-US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AUG – DEC 2025 | </a:t>
            </a:r>
            <a:r>
              <a:rPr lang="en-US" b="1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Programme</a:t>
            </a:r>
            <a:r>
              <a:rPr lang="en-US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</a:t>
            </a:r>
            <a:r>
              <a:rPr lang="en-US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B.TECH. CS - DATA SCIENCE</a:t>
            </a:r>
            <a:endParaRPr lang="en-US" dirty="0"/>
          </a:p>
          <a:p>
            <a:r>
              <a:rPr lang="en-US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Submitted By:</a:t>
            </a:r>
            <a:r>
              <a:rPr lang="en-US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Paras Joshi (R2142230909) &amp; Chirag Garg (500121978)</a:t>
            </a:r>
            <a:endParaRPr lang="en-US" dirty="0"/>
          </a:p>
          <a:p>
            <a:endParaRPr lang="en-IN" dirty="0"/>
          </a:p>
        </p:txBody>
      </p:sp>
      <p:pic>
        <p:nvPicPr>
          <p:cNvPr id="4" name="Image 0">
            <a:extLst>
              <a:ext uri="{FF2B5EF4-FFF2-40B4-BE49-F238E27FC236}">
                <a16:creationId xmlns:a16="http://schemas.microsoft.com/office/drawing/2014/main" id="{16D41714-B06D-F1C6-17BE-5B94EFF78E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607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659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>
            <a:extLst>
              <a:ext uri="{FF2B5EF4-FFF2-40B4-BE49-F238E27FC236}">
                <a16:creationId xmlns:a16="http://schemas.microsoft.com/office/drawing/2014/main" id="{09690BC2-3E8D-0D84-853B-109E510013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C5F9510-EFB5-6281-0CFF-E16926DBA9A9}"/>
              </a:ext>
            </a:extLst>
          </p:cNvPr>
          <p:cNvSpPr txBox="1"/>
          <p:nvPr/>
        </p:nvSpPr>
        <p:spPr>
          <a:xfrm>
            <a:off x="6096000" y="936171"/>
            <a:ext cx="4572000" cy="6503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000"/>
              </a:lnSpc>
            </a:pPr>
            <a:r>
              <a:rPr lang="en-US" sz="24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Introduction: Project Overview</a:t>
            </a:r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B8B040-D48D-7CA5-5493-9776F025DE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200" y="1861457"/>
            <a:ext cx="6546270" cy="4688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254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>
            <a:extLst>
              <a:ext uri="{FF2B5EF4-FFF2-40B4-BE49-F238E27FC236}">
                <a16:creationId xmlns:a16="http://schemas.microsoft.com/office/drawing/2014/main" id="{02C02065-7D6C-0AA3-93B0-3648010A5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0567" y="0"/>
            <a:ext cx="4731433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EECA03B-172F-08EA-1456-8A70A92DCD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45" y="0"/>
            <a:ext cx="74233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2871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800B37-770C-4FDC-E4FD-E33A60ED67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663" y="144778"/>
            <a:ext cx="11336332" cy="31318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CE13C53-CF7E-05C0-C46F-EFE4D4D8BA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662" y="3198523"/>
            <a:ext cx="5232737" cy="33111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6A58DF-8D79-81AF-77B6-AFDD5D24D6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087279"/>
            <a:ext cx="5080338" cy="3625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579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E044488E-DB93-6929-08B3-73E47CE949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9080" y="0"/>
            <a:ext cx="431292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D643086-1755-F210-45F9-C29C6C5046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7750" y="250371"/>
            <a:ext cx="7387380" cy="660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6204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C8E5E117-FBE6-E823-A916-3CAB4ECE68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8006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64235BD-DBC2-5C66-6018-FA3D7C968A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3243" y="212557"/>
            <a:ext cx="6670671" cy="5851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663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1068C6-A36A-9392-7E93-8009AE90A7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612" y="244774"/>
            <a:ext cx="11212490" cy="33039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ACE8A16-84AE-6592-12BC-499ED0B5C6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728" y="2864541"/>
            <a:ext cx="3962502" cy="39934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AD7EDF-B700-05CB-9A0C-3061D4C382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6199" y="4070208"/>
            <a:ext cx="5753903" cy="2266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541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5FDF5D-7D68-3220-5DCA-99A3E5A281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704" y="257030"/>
            <a:ext cx="9440592" cy="20767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970A51D-913B-4B9E-1849-CB7FC4428C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837" y="2153458"/>
            <a:ext cx="9956325" cy="4589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499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F62A61-AFAE-8F54-39F0-66567FF275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4113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132E0CF2-0ED5-A047-3563-463DDFC9A1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3630" y="0"/>
            <a:ext cx="473837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B9942E4-B658-70C5-762C-27794E692D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969" y="332943"/>
            <a:ext cx="6535062" cy="6192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8089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51</Words>
  <Application>Microsoft Office PowerPoint</Application>
  <PresentationFormat>Widescreen</PresentationFormat>
  <Paragraphs>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Barlow Bold</vt:lpstr>
      <vt:lpstr>Calibri</vt:lpstr>
      <vt:lpstr>Calibri Light</vt:lpstr>
      <vt:lpstr>Montserrat</vt:lpstr>
      <vt:lpstr>Office Theme</vt:lpstr>
      <vt:lpstr>Online Retail Data Analysis &amp; Customer Segmentation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Paras Joshi</dc:creator>
  <cp:lastModifiedBy>Paras Joshi</cp:lastModifiedBy>
  <cp:revision>1</cp:revision>
  <dcterms:created xsi:type="dcterms:W3CDTF">2025-12-19T09:44:12Z</dcterms:created>
  <dcterms:modified xsi:type="dcterms:W3CDTF">2025-12-19T09:53:22Z</dcterms:modified>
</cp:coreProperties>
</file>